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2026 HP 尾牙主題提案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Mario Kart 瑪利歐賽車主題體驗規劃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以瑪利歐賽車作為核心世界觀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打造從起跑到終點的沉浸式拍照體驗帶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讓賓客在進場、移動與拍照中自然感受主題氛圍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</a:rPr>
              <a:t>HP 尾牙主題企劃案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提案概念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將指定區段整體轉化為 Mario Kart 主題動線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不只是單一拍照背板，而是一段完整體驗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入口、走道與終點背板共同組成空間敘事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強化現場拍照、記憶點與分享效果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整體體驗邏輯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入口拱門：建立正式進入賽道世界的第一印象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跑道走道：以移動中的節奏形成主題氛圍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終點背板：承接合照與主題記憶點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體驗流程為「入口 → 跑道 → 終點」三層式設計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入口拱門規劃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尺寸設定為 500cm × 350cm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以起跑門 / 闖關入口作為主視覺語彙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可搭配棋盤旗、起跑燈、賽事標題感元素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以大識別與乾淨結構為主，不以碎件堆滿畫面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跑道走道規劃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走道不是通道，而是整段拍照區的體驗主體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地面可運用賽道線條、起跑格、彎道感做視覺語言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中段以障礙節點建立闖關與競速氛圍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重點是做出節奏與賽道感，而不是零散堆飾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障礙物與世界觀元素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優先放大元素：香蕉皮、金幣、彩虹賽道、龜殼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香蕉皮與龜殼適合作為強記憶點障礙節點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金幣適合作為節奏型點綴，補強遊戲世界感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彩虹賽道建議作為局部亮點語言，避免整段過花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終點拍照背板規劃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背板位於區段底部，最大寬度 500cm、高度 350cm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需貼齊右側牆面，左側保留通道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建議以終點線、衝線感、頒獎台語彙作為主視覺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作為整段體驗的收尾主畫面並支撐多人合照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遊戲主題包裝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將遊戲包裝進 Mario Kart 世界觀之中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透過命名、主持語氣、PPT 視覺與小道具延續主題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不另開大型獨立場景，以控制整體預算密度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讓流程互動與空間氛圍保持一致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抽獎主題包裝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抽獎段落延續瑪利歐賽車語言系統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可用賽事進程、排名躍升、闖關獎勵等方式包裝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讓抽獎成為主題敘事的一部分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維持成本效率，不另拆重製作模組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整體風格與品牌整合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HP logo 作為品牌識別層，清楚存在於提案中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Mario Kart 作為主題世界觀層，主導氛圍與語言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保留高辨識、高彩度與競速感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同時維持企業提案應有的乾淨度與完成度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提案收斂總結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在約 60 萬預算下，優先把入口、走道、背板三層做好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以大場景成立取代大量碎件堆砌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讓遊戲與抽獎延續同一套語言系統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建立一段從起跑到終點的完整主題拍照體驗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後續執行備註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本版可作為對外提案簡報內容基礎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後續可依現場精準尺寸微調障礙物密度與節奏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若客戶有風格偏好，可再往童趣 / 俐落 / 高彩方向細修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確認後可再進一步補視覺示意與最終排版優化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00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HP Mario Kart Proposal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Kuya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尾牙主題提案</dc:title>
  <dc:subject>2026 HP Mario Kart Proposal</dc:subject>
  <dc:creator>OpenClaw AI Team</dc:creator>
  <cp:lastModifiedBy>OpenClaw AI Team</cp:lastModifiedBy>
  <cp:revision>1</cp:revision>
  <dcterms:created xsi:type="dcterms:W3CDTF">2026-05-19T11:00:09Z</dcterms:created>
  <dcterms:modified xsi:type="dcterms:W3CDTF">2026-05-19T11:00:09Z</dcterms:modified>
</cp:coreProperties>
</file>