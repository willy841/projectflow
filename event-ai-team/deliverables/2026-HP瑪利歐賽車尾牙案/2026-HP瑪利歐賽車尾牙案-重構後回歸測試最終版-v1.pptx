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event-ai-team/deliverables/2026-HP瑪利歐賽車尾牙案/assets-v3/hero-cover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提案概念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把拍照區從單一背板，升級成完整 Mario Kart 體驗帶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這不是單點佈置，而是一段從起跑到終點的主題空間體驗。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入口建立情境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40864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走道承接賽道氛圍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終點背板完成拍照記憶點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遊戲與抽獎延續同一套世界觀</a:t>
            </a:r>
            <a:endParaRPr lang="en-US" sz="1500" dirty="0"/>
          </a:p>
        </p:txBody>
      </p:sp>
      <p:pic>
        <p:nvPicPr>
          <p:cNvPr id="11" name="Image 0" descr="/home/node/.openclaw/workspace/event-ai-team/deliverables/2026-HP瑪利歐賽車尾牙案/assets-v3/masterplan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4300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體驗動線總覽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入口拱門 → 跑道走道 → 終點拍照背板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3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3/masterplan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入口拱門主畫面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500 x 350 的大尺度主識別場景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起跑門 / 闖關入口語彙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12264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棋盤旗、起跑燈、賽事標題感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24328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不做碎件堆滿，先做一眼辨識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進場就讓主題成立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3/gate-closeup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70432"/>
            <a:ext cx="5486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跑道走道主畫面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讓移動路徑變成提案主體的一部分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5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2/corridor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48640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600200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賽道線條、起跑格、彎道語彙建立體驗感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0" y="2112264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障礙物要形成節奏，不是平均亂塞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0" y="2624328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中段以節點式方式建立闖關與競速氣氛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3136392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走道要像場景，不像裝飾通道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6</a:t>
            </a:r>
            <a:endParaRPr lang="en-US" sz="800" dirty="0"/>
          </a:p>
        </p:txBody>
      </p:sp>
      <p:pic>
        <p:nvPicPr>
          <p:cNvPr id="3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終點背板主畫面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終點線 × 衝線感 × 冠軍感的拍照收尾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9808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背板位於區段底部，右貼牆、左側留通道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157984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不做中央舞台式構圖，改做走廊尾端收尾畫面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67004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讓拍照畫面成為整段體驗的最後記憶點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182112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兼顧遠看識別與近拍合照效果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3/finish-backdrop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88720"/>
            <a:ext cx="54864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遊戲主題包裝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讓流程延續 Mario Kart 世界觀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命名、主持語氣與小道具延續賽車語言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不另開大型獨立場景，避免預算失焦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讓互動流程和場景提案使用同一套世界觀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維持空間主題化優先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70432"/>
            <a:ext cx="5486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抽獎主題包裝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讓抽獎也成為賽事敘事的一部分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延續賽事進程、排名、闖關獎勵的語氣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以標題、話術與簡報視覺做主題整合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避免拆出另一套重製作內容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讓抽獎也具備體驗感與一致性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170432"/>
            <a:ext cx="5486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品牌與風格整合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HP 是品牌識別層，Mario Kart 是主題世界觀層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10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70432"/>
            <a:ext cx="10972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120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提案收斂總結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在約 60 萬條件下，集中資源把主場景做成立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Regression Test Final Deck v1 | 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先保入口、走道、背板三大場景的成立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障礙物以代表性節點帶出節奏，不做無上限堆滿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遊戲 / 抽獎用主題語言延伸，不另開重場景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目標是讓客戶先有畫面，再理解內容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3/hero-cover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88720"/>
            <a:ext cx="5486400" cy="4434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HP Mario Kart Regression Final Deck v1</dc:title>
  <dc:subject>Post-restructure regression test</dc:subject>
  <dc:creator>OpenClaw AI Team</dc:creator>
  <cp:lastModifiedBy>OpenClaw AI Team</cp:lastModifiedBy>
  <cp:revision>1</cp:revision>
  <dcterms:created xsi:type="dcterms:W3CDTF">2026-05-19T11:36:46Z</dcterms:created>
  <dcterms:modified xsi:type="dcterms:W3CDTF">2026-05-19T11:36:46Z</dcterms:modified>
</cp:coreProperties>
</file>