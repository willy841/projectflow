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event-ai-team/deliverables/2026-HP瑪利歐賽車尾牙案/assets-v3/hero-cover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提案概念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從起跑到終點，把一段走廊變成瑪利歐賽車體驗帶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指定區段不做單點背板，而是做完整體驗動線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入口、走道、終點背板共同構成空間敘事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615184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讓賓客在進場、移動、拍照時自然感受世界觀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145536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建立強記憶點與可分享的拍照體驗</a:t>
            </a:r>
            <a:endParaRPr lang="en-US" sz="1550" dirty="0"/>
          </a:p>
        </p:txBody>
      </p:sp>
      <p:pic>
        <p:nvPicPr>
          <p:cNvPr id="10" name="Image 0" descr="/home/node/.openclaw/workspace/event-ai-team/deliverables/2026-HP瑪利歐賽車尾牙案/assets-v3/masterplan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143000"/>
            <a:ext cx="621792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區段動線總覽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入口拱門 → 跑道走道 → 終點拍照背板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3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3/masterplan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入口拱門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500cm × 350cm 主識別場景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4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3/gate-closeup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43000"/>
            <a:ext cx="539496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60020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以起跑門 / 闖關入口作為主語彙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2130552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搭配棋盤旗、起跑燈、賽事標題感元素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2660904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優先做大識別與乾淨結構，不做碎件堆滿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3191256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讓賓客一進場就知道主題成立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跑道走道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讓移動過程成為主題的一部分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5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48640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60020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走道不是通道，而是整段拍照區的體驗主體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0" y="2130552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地面可用賽道線條、起跑格、彎道感建立語言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00800" y="2660904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中段用節奏型障礙物形成競速與闖關氛圍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00800" y="3191256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重點是像賽道，不像零散堆飾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6</a:t>
            </a:r>
            <a:endParaRPr lang="en-US" sz="800" dirty="0"/>
          </a:p>
        </p:txBody>
      </p:sp>
      <p:pic>
        <p:nvPicPr>
          <p:cNvPr id="3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終點拍照背板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終點線 × 衝線感 × 冠軍頒獎台語彙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7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3/finish-backdrop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88720"/>
            <a:ext cx="548640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64592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位置在區段底部，最大寬 500cm / 高 350cm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2176272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貼右側牆面，左側保留通道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2706624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不做中央舞台型構圖，改做走廊尾端收尾畫面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3236976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作為整段體驗的最終記憶點與多人合照主畫面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遊戲主題包裝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讓流程互動延續 Mario Kart 世界觀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用命名、主持語氣、PPT 視覺與小道具延續主題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不另開大型獨立場景，以控制整體預算密度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讓賽車語言延伸到流程，而不是只停在場地佈置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236976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維持空間主題化優先，不讓遊戲反客為主</a:t>
            </a:r>
            <a:endParaRPr lang="en-US" sz="1550" dirty="0"/>
          </a:p>
        </p:txBody>
      </p:sp>
      <p:pic>
        <p:nvPicPr>
          <p:cNvPr id="10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34440"/>
            <a:ext cx="53949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抽獎主題包裝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把抽獎變成賽事敘事的一部分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延續賽事進程、排名躍升、闖關獎勵等語氣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以命名、標題、話術與簡報視覺作為主軸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讓抽獎不只是流程功能，而是主題體驗延伸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236976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維持成本效率，不另拆重製作模組</a:t>
            </a:r>
            <a:endParaRPr lang="en-US" sz="1550" dirty="0"/>
          </a:p>
        </p:txBody>
      </p:sp>
      <p:pic>
        <p:nvPicPr>
          <p:cNvPr id="10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88720"/>
            <a:ext cx="5486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品牌與風格整合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HP 作為品牌識別層，Mario Kart 作為主題世界觀層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10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10972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提案收斂總結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用有限預算，做出完整而有記憶點的主題體驗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先把入口、走道、背板三層大場景做成立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以大場景說服力取代大量碎件堆疊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752344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讓遊戲與抽獎延續同一套世界觀語言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282696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建立從起跑到終點的一段完整拍照體驗帶</a:t>
            </a:r>
            <a:endParaRPr lang="en-US" sz="1550" dirty="0"/>
          </a:p>
        </p:txBody>
      </p:sp>
      <p:pic>
        <p:nvPicPr>
          <p:cNvPr id="10" name="Image 0" descr="/home/node/.openclaw/workspace/event-ai-team/deliverables/2026-HP瑪利歐賽車尾牙案/assets-v3/hero-cover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34440"/>
            <a:ext cx="5486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交付說明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團隊測試最終交付版（以現有資料條件硬推成品）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Team Final Delivery Test v3  | 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241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本版目的：讓使用者評估在現有資料下，AI 團隊最終可交付樣貌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10241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此版已不是中間稿，而是強制推到可對客展示層級的測試版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660904"/>
            <a:ext cx="10241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若要追上高完成 Sample，下一階段仍需真實提案級視覺素材與更細版面調校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191256"/>
            <a:ext cx="10241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但就測試目的而言，本版已足以拿來比較 AI 交付極限與人工 Sample 差距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Kuya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HP 尾牙主題提案 - AI 團隊測試最終交付版 v3</dc:title>
  <dc:subject>AI Team Final Delivery Test</dc:subject>
  <dc:creator>OpenClaw AI Team</dc:creator>
  <cp:lastModifiedBy>OpenClaw AI Team</cp:lastModifiedBy>
  <cp:revision>1</cp:revision>
  <dcterms:created xsi:type="dcterms:W3CDTF">2026-05-19T11:14:36Z</dcterms:created>
  <dcterms:modified xsi:type="dcterms:W3CDTF">2026-05-19T11:14:36Z</dcterms:modified>
</cp:coreProperties>
</file>