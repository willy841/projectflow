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event-ai-team/deliverables/2026-HP瑪利歐賽車尾牙案/assets-v4/hero-cinematic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提案概念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不是一組拍照背板，而是一段完整 Mario Kart 拍照體驗帶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" y="11521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客戶要買單的，不是單點裝飾，而是完整主題體驗。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4526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入口先建立主題情境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029968"/>
            <a:ext cx="4526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走道讓人進入競速與闖關感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4526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終點背板完成合照與主題記憶點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944368"/>
            <a:ext cx="4526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遊戲 / 抽獎用同一世界觀延伸</a:t>
            </a:r>
            <a:endParaRPr lang="en-US" sz="1450" dirty="0"/>
          </a:p>
        </p:txBody>
      </p:sp>
      <p:pic>
        <p:nvPicPr>
          <p:cNvPr id="11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15568"/>
            <a:ext cx="5577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入口拱門主畫面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500 x 350 主識別場景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3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4/scene-gate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51560"/>
            <a:ext cx="649224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7830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用起跑門 / 闖關入口建立進場儀式感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43800" y="22402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一進場就知道這不是一般尾牙，而是 Mario Kart 主題區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43800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以大識別與氣勢優先，不以碎件堆疊取勝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跑道走道主畫面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讓移動路徑也變成主題體驗的一部分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4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4/scene-corridor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51560"/>
            <a:ext cx="649224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7830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以賽道線條、彎道與障礙節點建立前進感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43800" y="22402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香蕉皮、金幣、龜殼與道具箱不再是裝飾，而是節奏主體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43800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讓客戶直接想像人走進去會看到什麼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5</a:t>
            </a:r>
            <a:endParaRPr lang="en-US" sz="800" dirty="0"/>
          </a:p>
        </p:txBody>
      </p:sp>
      <p:pic>
        <p:nvPicPr>
          <p:cNvPr id="3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終點背板主畫面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把合照畫面變成最後的主題記憶點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6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4/scene-finish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51560"/>
            <a:ext cx="649224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終點線、衝線感與冠軍語彙結合成最後主畫面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43800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背板貼右牆、左側留通道，因此構圖以走廊尾端收尾感為主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目標不是只做背景，而是做出會被記住的照片場景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活動內容延伸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遊戲與抽獎不是另外一套，而是主題體驗的延伸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遊戲以關卡、賽道任務、道具感語氣包裝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抽獎延續賽事進程與闖關獎勵語言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讓整體 proposal 不只場景漂亮，也有完整內容</a:t>
            </a:r>
            <a:endParaRPr lang="en-US" sz="1500" dirty="0"/>
          </a:p>
        </p:txBody>
      </p:sp>
      <p:pic>
        <p:nvPicPr>
          <p:cNvPr id="9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55321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品牌與風格整合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HP 負責品牌識別，Mario Kart 負責世界觀氛圍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8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15568"/>
            <a:ext cx="10881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提案總結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在約 60 萬預算下，把最有感的體驗先做出來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Visual-first Mario Redo v3 |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4709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優先讓入口、走道、背板三個大場景成立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4709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障礙物不求亂多，而求節奏與記憶點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4709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遊戲 / 抽獎延續世界觀，不另開第二主場景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4709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整份 proposal 的目的，是讓客戶先看見現場，再理解規劃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4/hero-cinematic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15568"/>
            <a:ext cx="553212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HP Mario Kart Visual-first Final Deck v3</dc:title>
  <dc:subject>Visual-first mario redo</dc:subject>
  <dc:creator>OpenClaw AI Team</dc:creator>
  <cp:lastModifiedBy>OpenClaw AI Team</cp:lastModifiedBy>
  <cp:revision>1</cp:revision>
  <dcterms:created xsi:type="dcterms:W3CDTF">2026-05-19T13:17:11Z</dcterms:created>
  <dcterms:modified xsi:type="dcterms:W3CDTF">2026-05-19T13:17:11Z</dcterms:modified>
</cp:coreProperties>
</file>