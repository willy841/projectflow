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ode/.openclaw/workspace/event-ai-team/deliverables/2026-HP瑪利歐賽車尾牙案/assets-v2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669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提案概念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2026 HP Mario Kart Proposal  | 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從起跑到終點，把一段走廊變成瑪利歐賽車體驗帶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指定區段不做單點背板，而是做完整體驗動線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入口、走道、終點背板共同構成空間敘事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62656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讓賓客在進場、拍照與移動中感受到世界觀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29584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建立可拍、可看、可記憶的主題體驗</a:t>
            </a:r>
            <a:endParaRPr lang="en-US" sz="1600" dirty="0"/>
          </a:p>
        </p:txBody>
      </p:sp>
      <p:pic>
        <p:nvPicPr>
          <p:cNvPr id="10" name="Image 0" descr="/home/node/.openclaw/workspace/event-ai-team/deliverables/2026-HP瑪利歐賽車尾牙案/assets-v2/corridor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234440"/>
            <a:ext cx="55778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669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整體體驗邏輯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2026 HP Mario Kart Proposal  |  3</a:t>
            </a:r>
            <a:endParaRPr lang="en-US" sz="800" dirty="0"/>
          </a:p>
        </p:txBody>
      </p:sp>
      <p:pic>
        <p:nvPicPr>
          <p:cNvPr id="5" name="Image 0" descr="/home/node/.openclaw/workspace/event-ai-team/deliverables/2026-HP瑪利歐賽車尾牙案/assets-v2/corridor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640080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554480"/>
            <a:ext cx="4114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入口拱門：建立正式進入賽道世界的第一印象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23760" y="2121408"/>
            <a:ext cx="4114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跑道走道：以移動中的節奏形成主題氛圍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23760" y="2688336"/>
            <a:ext cx="4114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終點背板：承接合照與主題記憶點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223760" y="3255264"/>
            <a:ext cx="4114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完整體驗順序為「入口 → 跑道 → 終點」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669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入口拱門規劃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2026 HP Mario Kart Proposal  | 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500cm × 350cm 主識別場景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389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以起跑門 / 闖關入口作為主語彙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4389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搭配棋盤旗、起跑燈、賽事標題感元素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62656"/>
            <a:ext cx="4389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以大識別與乾淨結構為主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29584"/>
            <a:ext cx="4389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進場即懂主題，不做碎件堆滿</a:t>
            </a:r>
            <a:endParaRPr lang="en-US" sz="1600" dirty="0"/>
          </a:p>
        </p:txBody>
      </p:sp>
      <p:pic>
        <p:nvPicPr>
          <p:cNvPr id="10" name="Image 0" descr="/home/node/.openclaw/workspace/event-ai-team/deliverables/2026-HP瑪利歐賽車尾牙案/assets-v2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188720"/>
            <a:ext cx="61264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669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跑道走道規劃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2026 HP Mario Kart Proposal  |  5</a:t>
            </a:r>
            <a:endParaRPr lang="en-US" sz="800" dirty="0"/>
          </a:p>
        </p:txBody>
      </p:sp>
      <p:pic>
        <p:nvPicPr>
          <p:cNvPr id="5" name="Image 0" descr="/home/node/.openclaw/workspace/event-ai-team/deliverables/2026-HP瑪利歐賽車尾牙案/assets-v2/corridor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548640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1645920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走道不是通道，而是拍照區體驗主體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92240" y="2212848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地面可運用賽道線條、起跑格、彎道感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92240" y="2779776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中段以節奏型障礙物形成闖關氛圍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92240" y="3346704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以節奏取勝，不以密度取勝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2026 HP Mario Kart Proposal  |  6</a:t>
            </a:r>
            <a:endParaRPr lang="en-US" sz="800" dirty="0"/>
          </a:p>
        </p:txBody>
      </p:sp>
      <p:pic>
        <p:nvPicPr>
          <p:cNvPr id="3" name="Image 0" descr="/home/node/.openclaw/workspace/event-ai-team/deliverables/2026-HP瑪利歐賽車尾牙案/assets-v2/obsta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669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終點拍照背板規劃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2026 HP Mario Kart Proposal  |  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終點線 × 衝線感 × 冠軍頒獎台語彙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位置在區段底部，最大寬 500cm / 高 350cm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貼右側牆面，左側保留通道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16936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不做中央舞台型構圖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83864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作為整段體驗的收尾主畫面與合照點</a:t>
            </a:r>
            <a:endParaRPr lang="en-US" sz="1600" dirty="0"/>
          </a:p>
        </p:txBody>
      </p:sp>
      <p:pic>
        <p:nvPicPr>
          <p:cNvPr id="10" name="Image 0" descr="/home/node/.openclaw/workspace/event-ai-team/deliverables/2026-HP瑪利歐賽車尾牙案/assets-v2/corridor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280160"/>
            <a:ext cx="53035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669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遊戲主題包裝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2026 HP Mario Kart Proposal  | 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將遊戲包裝進 Mario Kart 世界觀之中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透過命名、主持語氣、簡報視覺與小道具延續主題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96896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不另開大型獨立場景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63824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讓流程互動與空間氛圍保持一致</a:t>
            </a:r>
            <a:endParaRPr lang="en-US" sz="1600" dirty="0"/>
          </a:p>
        </p:txBody>
      </p:sp>
      <p:pic>
        <p:nvPicPr>
          <p:cNvPr id="9" name="Image 0" descr="/home/node/.openclaw/workspace/event-ai-team/deliverables/2026-HP瑪利歐賽車尾牙案/assets-v2/brand-sty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188720"/>
            <a:ext cx="57607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669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抽獎主題包裝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2026 HP Mario Kart Proposal  | 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抽獎延續賽事進程、排名躍升、闖關獎勵語氣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75688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讓抽獎成為主題敘事的一部分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42616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以命名、標題、話術與簡報視覺為主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09544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維持成本效率，不另拆重製作模組</a:t>
            </a:r>
            <a:endParaRPr lang="en-US" sz="1600" dirty="0"/>
          </a:p>
        </p:txBody>
      </p:sp>
      <p:pic>
        <p:nvPicPr>
          <p:cNvPr id="9" name="Image 0" descr="/home/node/.openclaw/workspace/event-ai-team/deliverables/2026-HP瑪利歐賽車尾牙案/assets-v2/obsta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34440"/>
            <a:ext cx="57607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669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整體風格與品牌整合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2026 HP Mario Kart Proposal  |  10</a:t>
            </a:r>
            <a:endParaRPr lang="en-US" sz="800" dirty="0"/>
          </a:p>
        </p:txBody>
      </p:sp>
      <p:pic>
        <p:nvPicPr>
          <p:cNvPr id="5" name="Image 0" descr="/home/node/.openclaw/workspace/event-ai-team/deliverables/2026-HP瑪利歐賽車尾牙案/assets-v2/brand-sty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107899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669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提案收斂總結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2026 HP Mario Kart Proposal  | 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用有限預算，做出完整而有記憶點的主題體驗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優先把入口、走道、背板三層做好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以大場景成立取代大量碎件堆砌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16936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讓遊戲與抽獎延續同一套語言系統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83864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建立從起跑到終點的完整拍照體驗</a:t>
            </a:r>
            <a:endParaRPr lang="en-US" sz="1600" dirty="0"/>
          </a:p>
        </p:txBody>
      </p:sp>
      <p:pic>
        <p:nvPicPr>
          <p:cNvPr id="10" name="Image 0" descr="/home/node/.openclaw/workspace/event-ai-team/deliverables/2026-HP瑪利歐賽車尾牙案/assets-v2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23444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669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後續執行備註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2026 HP Mario Kart Proposal  | 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本版已提升為設計版骨架，可作為提案視覺方向底稿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937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後續可依現場精準尺寸微調障礙物密度與節奏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79776"/>
            <a:ext cx="4937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若客戶有風格偏好，可往童趣 / 俐落 / 高彩方向細修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46704"/>
            <a:ext cx="4937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下一階段可再補強真實圖片素材與更高完成視覺頁</a:t>
            </a:r>
            <a:endParaRPr lang="en-US" sz="1600" dirty="0"/>
          </a:p>
        </p:txBody>
      </p:sp>
      <p:pic>
        <p:nvPicPr>
          <p:cNvPr id="9" name="Image 0" descr="/home/node/.openclaw/workspace/event-ai-team/deliverables/2026-HP瑪利歐賽車尾牙案/assets-v2/brand-sty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5486400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Kuya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HP 尾牙主題提案 - 設計版 v2</dc:title>
  <dc:subject>2026 HP Mario Kart Proposal</dc:subject>
  <dc:creator>OpenClaw AI Team</dc:creator>
  <cp:lastModifiedBy>OpenClaw AI Team</cp:lastModifiedBy>
  <cp:revision>1</cp:revision>
  <dcterms:created xsi:type="dcterms:W3CDTF">2026-05-19T11:07:52Z</dcterms:created>
  <dcterms:modified xsi:type="dcterms:W3CDTF">2026-05-19T11:07:52Z</dcterms:modified>
</cp:coreProperties>
</file>