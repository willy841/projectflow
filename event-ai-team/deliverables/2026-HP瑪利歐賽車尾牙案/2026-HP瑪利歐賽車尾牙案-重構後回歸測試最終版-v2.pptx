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node/.openclaw/workspace/event-ai-team/deliverables/2026-HP瑪利歐賽車尾牙案/assets-v3/hero-cover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10896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提案概念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877824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把指定區段做成一段從起跑到終點的 Mario Kart 拍照體驗帶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Post-restructure Regression Final Deck v2 |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" y="132588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這不是一組拍照佈置，而是一段完整體驗。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810512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入口先建立主題情境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04288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中段用賽道與障礙節奏形成體驗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798064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終點背板作為照片與記憶收尾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遊戲 / 抽獎延伸同一世界觀</a:t>
            </a:r>
            <a:endParaRPr lang="en-US" sz="1500" dirty="0"/>
          </a:p>
        </p:txBody>
      </p:sp>
      <p:pic>
        <p:nvPicPr>
          <p:cNvPr id="11" name="Image 0" descr="/home/node/.openclaw/workspace/event-ai-team/deliverables/2026-HP瑪利歐賽車尾牙案/assets-v3/masterplan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133856"/>
            <a:ext cx="562356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10896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體驗動線總覽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877824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入口拱門 → 跑道走道 → 終點拍照背板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Post-restructure Regression Final Deck v2 | 3</a:t>
            </a:r>
            <a:endParaRPr lang="en-US" sz="800" dirty="0"/>
          </a:p>
        </p:txBody>
      </p:sp>
      <p:pic>
        <p:nvPicPr>
          <p:cNvPr id="6" name="Image 0" descr="/home/node/.openclaw/workspace/event-ai-team/deliverables/2026-HP瑪利歐賽車尾牙案/assets-v3/masterplan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10972800" cy="53218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10896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入口拱門主畫面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877824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500 x 350 主識別場景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Post-restructure Regression Final Deck v2 |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" y="1627632"/>
            <a:ext cx="4526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以起跑門 / 闖關入口作為主語彙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121408"/>
            <a:ext cx="4526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搭配棋盤旗、起跑燈、賽事標題感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2615184"/>
            <a:ext cx="4526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以大識別與乾淨結構為主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3108960"/>
            <a:ext cx="4526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讓賓客一進場就理解主題</a:t>
            </a:r>
            <a:endParaRPr lang="en-US" sz="1500" dirty="0"/>
          </a:p>
        </p:txBody>
      </p:sp>
      <p:pic>
        <p:nvPicPr>
          <p:cNvPr id="10" name="Image 0" descr="/home/node/.openclaw/workspace/event-ai-team/deliverables/2026-HP瑪利歐賽車尾牙案/assets-v3/gate-closeup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170432"/>
            <a:ext cx="54864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10896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跑道走道主畫面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877824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讓走道成為提案主體的一部分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Post-restructure Regression Final Deck v2 | 5</a:t>
            </a:r>
            <a:endParaRPr lang="en-US" sz="800" dirty="0"/>
          </a:p>
        </p:txBody>
      </p:sp>
      <p:pic>
        <p:nvPicPr>
          <p:cNvPr id="6" name="Image 0" descr="/home/node/.openclaw/workspace/event-ai-team/deliverables/2026-HP瑪利歐賽車尾牙案/assets-v2/corridor-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25296"/>
            <a:ext cx="5486400" cy="44622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82512" y="1627632"/>
            <a:ext cx="46634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地面以賽道線條、起跑格、彎道感建立語言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382512" y="2121408"/>
            <a:ext cx="46634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中段用節奏型障礙物形成競速與闖關氛圍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82512" y="2615184"/>
            <a:ext cx="46634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不是平均鋪滿，而是做前進感與節點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382512" y="3108960"/>
            <a:ext cx="46634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讓客戶看見「這不是普通通道」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Post-restructure Regression Final Deck v2 | 6</a:t>
            </a:r>
            <a:endParaRPr lang="en-US" sz="800" dirty="0"/>
          </a:p>
        </p:txBody>
      </p:sp>
      <p:pic>
        <p:nvPicPr>
          <p:cNvPr id="3" name="Image 0" descr="/home/node/.openclaw/workspace/event-ai-team/deliverables/2026-HP瑪利歐賽車尾牙案/assets-v2/obstac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10896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終點拍照背板主畫面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877824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終點線 × 衝線感 × 冠軍感的收尾構圖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Post-restructure Regression Final Deck v2 | 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664208"/>
            <a:ext cx="4526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位置在區段底部，右貼牆、左側留通道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57984"/>
            <a:ext cx="4526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不做中央舞台式構圖，而做走廊尾端收尾畫面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4526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讓最後的照片成為整案最強記憶點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145536"/>
            <a:ext cx="4526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兼顧遠看識別與近拍合照效果</a:t>
            </a:r>
            <a:endParaRPr lang="en-US" sz="1500" dirty="0"/>
          </a:p>
        </p:txBody>
      </p:sp>
      <p:pic>
        <p:nvPicPr>
          <p:cNvPr id="10" name="Image 0" descr="/home/node/.openclaw/workspace/event-ai-team/deliverables/2026-HP瑪利歐賽車尾牙案/assets-v3/finish-backdrop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188720"/>
            <a:ext cx="548640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10896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遊戲主題包裝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877824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流程不是另外一套，而是主題體驗的延伸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Post-restructure Regression Final Deck v2 | 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" y="1645920"/>
            <a:ext cx="4617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以命名、主持語氣、頁面視覺與小道具延續 Mario Kart 世界觀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2139696"/>
            <a:ext cx="4617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不另開大型重場景，避免預算失焦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096" y="2633472"/>
            <a:ext cx="4617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讓互動流程與空間提案使用同一套語言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8096" y="3127248"/>
            <a:ext cx="4617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以體驗延伸而不是功能列表方式提案</a:t>
            </a:r>
            <a:endParaRPr lang="en-US" sz="1500" dirty="0"/>
          </a:p>
        </p:txBody>
      </p:sp>
      <p:pic>
        <p:nvPicPr>
          <p:cNvPr id="10" name="Image 0" descr="/home/node/.openclaw/workspace/event-ai-team/deliverables/2026-HP瑪利歐賽車尾牙案/assets-v2/brand-sty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1264" y="1170432"/>
            <a:ext cx="544982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10896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抽獎主題包裝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877824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讓抽獎也成為賽事敘事的一部分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Post-restructure Regression Final Deck v2 | 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" y="1664208"/>
            <a:ext cx="4617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延續賽事進程、排名躍升、闖關獎勵語氣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2157984"/>
            <a:ext cx="4617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透過標題、話術與簡報視覺建立主題一致性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096" y="2651760"/>
            <a:ext cx="4617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不是多一段行政流程，而是整體體驗的延伸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8096" y="3145536"/>
            <a:ext cx="4617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維持成本效率，不另拆第二套重製作</a:t>
            </a:r>
            <a:endParaRPr lang="en-US" sz="1500" dirty="0"/>
          </a:p>
        </p:txBody>
      </p:sp>
      <p:pic>
        <p:nvPicPr>
          <p:cNvPr id="10" name="Image 0" descr="/home/node/.openclaw/workspace/event-ai-team/deliverables/2026-HP瑪利歐賽車尾牙案/assets-v2/obstac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4688" y="1170432"/>
            <a:ext cx="54864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10896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品牌與風格整合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877824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HP 作為品牌識別層，Mario Kart 作為世界觀層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Post-restructure Regression Final Deck v2 | 10</a:t>
            </a:r>
            <a:endParaRPr lang="en-US" sz="800" dirty="0"/>
          </a:p>
        </p:txBody>
      </p:sp>
      <p:pic>
        <p:nvPicPr>
          <p:cNvPr id="6" name="Image 0" descr="/home/node/.openclaw/workspace/event-ai-team/deliverables/2026-HP瑪利歐賽車尾牙案/assets-v2/brand-sty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70432"/>
            <a:ext cx="109728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10896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提案收斂總結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877824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在約 60 萬預算條件下，集中資源把主場景做成立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Post-restructure Regression Final Deck v2 | 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" y="1664208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先保入口、走道、背板三大場景的成立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157984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障礙物採代表性節點，不做無上限碎件堆滿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遊戲 / 抽獎以主題語言延伸，不另開重場景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3145536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目標是讓客戶先有畫面，再理解規劃</a:t>
            </a:r>
            <a:endParaRPr lang="en-US" sz="1500" dirty="0"/>
          </a:p>
        </p:txBody>
      </p:sp>
      <p:pic>
        <p:nvPicPr>
          <p:cNvPr id="10" name="Image 0" descr="/home/node/.openclaw/workspace/event-ai-team/deliverables/2026-HP瑪利歐賽車尾牙案/assets-v3/hero-cover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188720"/>
            <a:ext cx="548640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10896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交付判讀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877824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這版是用新規格重跑後，硬推到可驗收的回歸測試版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Post-restructure Regression Final Deck v2 | 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" y="1664208"/>
            <a:ext cx="10241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此版目的不是假裝完美，而是驗證修正後的團隊能否更接近 proposal 成品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157984"/>
            <a:ext cx="10241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若仍與高完成 Sample 差距大，問題將被明確定位為能力層級不足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2651760"/>
            <a:ext cx="10241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這版至少應比舊版本更像提案，而不是更像整理文件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3145536"/>
            <a:ext cx="10241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本版完成後，應由使用者直接判斷是否足以進入下一輪能力補強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HP Mario Kart Regression Final Deck v2</dc:title>
  <dc:subject>Post-restructure regression test final delivery</dc:subject>
  <dc:creator>OpenClaw AI Team</dc:creator>
  <cp:lastModifiedBy>OpenClaw AI Team</cp:lastModifiedBy>
  <cp:revision>1</cp:revision>
  <dcterms:created xsi:type="dcterms:W3CDTF">2026-05-19T12:21:07Z</dcterms:created>
  <dcterms:modified xsi:type="dcterms:W3CDTF">2026-05-19T12:21:07Z</dcterms:modified>
</cp:coreProperties>
</file>